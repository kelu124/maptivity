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545" r:id="rId5"/>
  </p:sldIdLst>
  <p:sldSz cx="9906000" cy="6858000" type="A4"/>
  <p:notesSz cx="9144000" cy="6858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366427-0F2A-B7BB-6DA6-01C15643CEAB}" name="Luc Jonveaux" initials="LJ" userId="S::luc.jonveaux_mottmac.com#ext#@acciona365.onmicrosoft.com::e8c188a4-81bf-44ba-ad21-b7b99927849a" providerId="AD"/>
  <p188:author id="{1230CB32-D641-134A-2D5E-97EF412ECE59}" name="Sidsel Bruun" initials="SB" userId="S::sidsel.bruun_smartinnovationnorway.com#ext#@acciona365.onmicrosoft.com::3fdd8819-3ca0-4d0a-b31a-2ebee3fa40e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DEB288-6E27-A677-666A-8D557AA64DF0}" v="72" dt="2025-11-09T10:59:44.9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26" autoAdjust="0"/>
    <p:restoredTop sz="94660"/>
  </p:normalViewPr>
  <p:slideViewPr>
    <p:cSldViewPr snapToGrid="0">
      <p:cViewPr>
        <p:scale>
          <a:sx n="33" d="100"/>
          <a:sy n="33" d="100"/>
        </p:scale>
        <p:origin x="1218" y="7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8/10/relationships/authors" Target="authors.xml"/><Relationship Id="rId5" Type="http://schemas.openxmlformats.org/officeDocument/2006/relationships/slide" Target="slides/slide1.xml"/><Relationship Id="rId1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8250" y="1122363"/>
            <a:ext cx="74295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8" y="1709739"/>
            <a:ext cx="8543925"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675878" y="4589464"/>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681038" y="1825625"/>
            <a:ext cx="42100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5014913" y="1825625"/>
            <a:ext cx="42100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09/11/2025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6"/>
            <a:ext cx="8543925" cy="1325563"/>
          </a:xfrm>
        </p:spPr>
        <p:txBody>
          <a:bodyPr/>
          <a:lstStyle/>
          <a:p>
            <a:r>
              <a:rPr lang="en-GB"/>
              <a:t>Click to edit Master title style</a:t>
            </a:r>
          </a:p>
        </p:txBody>
      </p:sp>
      <p:sp>
        <p:nvSpPr>
          <p:cNvPr id="3" name="Text Placeholder 2"/>
          <p:cNvSpPr>
            <a:spLocks noGrp="1"/>
          </p:cNvSpPr>
          <p:nvPr>
            <p:ph type="body" idx="1"/>
          </p:nvPr>
        </p:nvSpPr>
        <p:spPr>
          <a:xfrm>
            <a:off x="682328"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82328" y="2505075"/>
            <a:ext cx="419070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09/11/2025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09/11/2025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09/11/2025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0278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4211340" y="987426"/>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430" y="430566"/>
            <a:ext cx="5270399" cy="568171"/>
          </a:xfrm>
        </p:spPr>
        <p:txBody>
          <a:bodyPr anchor="b">
            <a:normAutofit/>
          </a:bodyPr>
          <a:lstStyle>
            <a:lvl1pPr>
              <a:defRPr sz="2000" b="1">
                <a:solidFill>
                  <a:schemeClr val="accent5"/>
                </a:solidFill>
              </a:defRPr>
            </a:lvl1pPr>
          </a:lstStyle>
          <a:p>
            <a:r>
              <a:rPr lang="en-GB" dirty="0"/>
              <a:t>Click to edit Master title style</a:t>
            </a:r>
          </a:p>
        </p:txBody>
      </p:sp>
      <p:sp>
        <p:nvSpPr>
          <p:cNvPr id="3" name="Content Placeholder 2"/>
          <p:cNvSpPr>
            <a:spLocks noGrp="1"/>
          </p:cNvSpPr>
          <p:nvPr>
            <p:ph idx="1"/>
          </p:nvPr>
        </p:nvSpPr>
        <p:spPr>
          <a:xfrm>
            <a:off x="402431" y="1589103"/>
            <a:ext cx="5270399" cy="5079978"/>
          </a:xfrm>
        </p:spPr>
        <p:txBody>
          <a:bodyPr/>
          <a:lstStyle>
            <a:lvl1pPr marL="0" indent="0">
              <a:buNone/>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pic>
        <p:nvPicPr>
          <p:cNvPr id="1026" name="Picture 2" descr="PROBONO - Smart Innovation Norway">
            <a:extLst>
              <a:ext uri="{FF2B5EF4-FFF2-40B4-BE49-F238E27FC236}">
                <a16:creationId xmlns:a16="http://schemas.microsoft.com/office/drawing/2014/main" id="{1A36EE05-2240-EE85-F971-A6D6075535E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24565" y="270769"/>
            <a:ext cx="1530228" cy="89812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0D2566B-AE07-1570-5BF2-E03294EC06EB}"/>
              </a:ext>
            </a:extLst>
          </p:cNvPr>
          <p:cNvSpPr txBox="1"/>
          <p:nvPr userDrawn="1"/>
        </p:nvSpPr>
        <p:spPr>
          <a:xfrm>
            <a:off x="5805995" y="6246591"/>
            <a:ext cx="3426545" cy="630942"/>
          </a:xfrm>
          <a:prstGeom prst="rect">
            <a:avLst/>
          </a:prstGeom>
          <a:noFill/>
        </p:spPr>
        <p:txBody>
          <a:bodyPr wrap="square" rtlCol="0">
            <a:spAutoFit/>
          </a:bodyPr>
          <a:lstStyle/>
          <a:p>
            <a:pPr algn="r"/>
            <a:r>
              <a:rPr lang="en-GB" sz="700" dirty="0"/>
              <a:t>This project has received funding from the European Union’s Horizon 2020 Europe Research and Innovation programme  under Grant Agreement No 101037075. This output reflects only the author’s view, and the European Union cannot be  held responsible for any use that may be made of the information contained therein.</a:t>
            </a:r>
          </a:p>
          <a:p>
            <a:pPr algn="r"/>
            <a:endParaRPr lang="en-GB" sz="700" dirty="0"/>
          </a:p>
        </p:txBody>
      </p:sp>
      <p:pic>
        <p:nvPicPr>
          <p:cNvPr id="1028" name="Picture 4">
            <a:extLst>
              <a:ext uri="{FF2B5EF4-FFF2-40B4-BE49-F238E27FC236}">
                <a16:creationId xmlns:a16="http://schemas.microsoft.com/office/drawing/2014/main" id="{7A7E63F2-8B50-FD94-277C-40895AF039A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215253" y="6284915"/>
            <a:ext cx="585695" cy="38416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709EE5C-2C0D-8D38-2FE3-767D3C363C02}"/>
              </a:ext>
            </a:extLst>
          </p:cNvPr>
          <p:cNvSpPr txBox="1"/>
          <p:nvPr userDrawn="1"/>
        </p:nvSpPr>
        <p:spPr>
          <a:xfrm>
            <a:off x="402430" y="1168893"/>
            <a:ext cx="5270399" cy="338554"/>
          </a:xfrm>
          <a:prstGeom prst="rect">
            <a:avLst/>
          </a:prstGeom>
          <a:noFill/>
        </p:spPr>
        <p:txBody>
          <a:bodyPr wrap="square" rtlCol="0">
            <a:spAutoFit/>
          </a:bodyPr>
          <a:lstStyle/>
          <a:p>
            <a:pPr algn="l"/>
            <a:r>
              <a:rPr lang="en-GB" sz="800" b="1" dirty="0">
                <a:solidFill>
                  <a:schemeClr val="bg2">
                    <a:lumMod val="50000"/>
                  </a:schemeClr>
                </a:solidFill>
              </a:rPr>
              <a:t>Disclaimer</a:t>
            </a:r>
            <a:r>
              <a:rPr lang="en-GB" sz="800" dirty="0">
                <a:solidFill>
                  <a:schemeClr val="bg2">
                    <a:lumMod val="50000"/>
                  </a:schemeClr>
                </a:solidFill>
              </a:rPr>
              <a:t>: These cards are made for </a:t>
            </a:r>
            <a:r>
              <a:rPr lang="en-GB" sz="800" u="sng" dirty="0">
                <a:solidFill>
                  <a:schemeClr val="bg2">
                    <a:lumMod val="50000"/>
                  </a:schemeClr>
                </a:solidFill>
              </a:rPr>
              <a:t>educative and illustrative purpose only</a:t>
            </a:r>
            <a:r>
              <a:rPr lang="en-GB" sz="800" dirty="0">
                <a:solidFill>
                  <a:schemeClr val="bg2">
                    <a:lumMod val="50000"/>
                  </a:schemeClr>
                </a:solidFill>
              </a:rPr>
              <a:t>, as part of the Placemaking </a:t>
            </a:r>
            <a:r>
              <a:rPr lang="en-GB" sz="800" dirty="0" err="1">
                <a:solidFill>
                  <a:schemeClr val="bg2">
                    <a:lumMod val="50000"/>
                  </a:schemeClr>
                </a:solidFill>
              </a:rPr>
              <a:t>Fresk</a:t>
            </a:r>
            <a:r>
              <a:rPr lang="en-GB" sz="800" dirty="0">
                <a:solidFill>
                  <a:schemeClr val="bg2">
                    <a:lumMod val="50000"/>
                  </a:schemeClr>
                </a:solidFill>
              </a:rPr>
              <a:t>, and do not necessarily reflect the real nor current state of the project.</a:t>
            </a:r>
          </a:p>
        </p:txBody>
      </p:sp>
      <p:sp>
        <p:nvSpPr>
          <p:cNvPr id="11" name="TextBox 10">
            <a:extLst>
              <a:ext uri="{FF2B5EF4-FFF2-40B4-BE49-F238E27FC236}">
                <a16:creationId xmlns:a16="http://schemas.microsoft.com/office/drawing/2014/main" id="{1284B65D-3208-48A6-863A-1D7999A72018}"/>
              </a:ext>
            </a:extLst>
          </p:cNvPr>
          <p:cNvSpPr txBox="1"/>
          <p:nvPr userDrawn="1"/>
        </p:nvSpPr>
        <p:spPr>
          <a:xfrm>
            <a:off x="5913345" y="2559431"/>
            <a:ext cx="3887603" cy="3139321"/>
          </a:xfrm>
          <a:prstGeom prst="rect">
            <a:avLst/>
          </a:prstGeom>
          <a:noFill/>
        </p:spPr>
        <p:txBody>
          <a:bodyPr wrap="none" rtlCol="0">
            <a:spAutoFit/>
          </a:bodyPr>
          <a:lstStyle/>
          <a:p>
            <a:pPr lvl="0"/>
            <a:endParaRPr lang="fr-FR" dirty="0"/>
          </a:p>
          <a:p>
            <a:pPr lvl="0"/>
            <a:r>
              <a:rPr lang="fr-FR" dirty="0"/>
              <a:t>_</a:t>
            </a:r>
            <a:r>
              <a:rPr lang="en-GB" dirty="0"/>
              <a:t>__________________________________</a:t>
            </a:r>
          </a:p>
          <a:p>
            <a:pPr lvl="0"/>
            <a:endParaRPr lang="fr-FR" dirty="0"/>
          </a:p>
          <a:p>
            <a:pPr lvl="0"/>
            <a:r>
              <a:rPr lang="fr-FR" dirty="0"/>
              <a:t>_</a:t>
            </a:r>
            <a:r>
              <a:rPr lang="en-GB" dirty="0"/>
              <a:t>__________________________________</a:t>
            </a:r>
          </a:p>
          <a:p>
            <a:pPr lvl="0"/>
            <a:endParaRPr lang="fr-FR" dirty="0"/>
          </a:p>
          <a:p>
            <a:pPr lvl="0"/>
            <a:r>
              <a:rPr lang="fr-FR" dirty="0"/>
              <a:t>_</a:t>
            </a:r>
            <a:r>
              <a:rPr lang="en-GB" dirty="0"/>
              <a:t>__________________________________</a:t>
            </a:r>
          </a:p>
          <a:p>
            <a:pPr lvl="0"/>
            <a:endParaRPr lang="en-GB" dirty="0"/>
          </a:p>
          <a:p>
            <a:pPr lvl="0"/>
            <a:r>
              <a:rPr lang="fr-FR" dirty="0"/>
              <a:t>_</a:t>
            </a:r>
            <a:r>
              <a:rPr lang="en-GB" dirty="0"/>
              <a:t>__________________________________</a:t>
            </a:r>
          </a:p>
          <a:p>
            <a:pPr lvl="0"/>
            <a:endParaRPr lang="en-GB" dirty="0"/>
          </a:p>
          <a:p>
            <a:pPr lvl="0"/>
            <a:r>
              <a:rPr lang="fr-FR" dirty="0"/>
              <a:t>_</a:t>
            </a:r>
            <a:r>
              <a:rPr lang="en-GB" dirty="0"/>
              <a:t>__________________________________</a:t>
            </a:r>
          </a:p>
          <a:p>
            <a:endParaRPr lang="en-GB" dirty="0"/>
          </a:p>
        </p:txBody>
      </p:sp>
    </p:spTree>
    <p:extLst>
      <p:ext uri="{BB962C8B-B14F-4D97-AF65-F5344CB8AC3E}">
        <p14:creationId xmlns:p14="http://schemas.microsoft.com/office/powerpoint/2010/main" val="1980931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4211340" y="987426"/>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1" y="365125"/>
            <a:ext cx="2135981"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681037" y="365125"/>
            <a:ext cx="6284119"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681038" y="6356351"/>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09/11/2025</a:t>
            </a:fld>
            <a:endParaRPr lang="en-GB"/>
          </a:p>
        </p:txBody>
      </p:sp>
      <p:sp>
        <p:nvSpPr>
          <p:cNvPr id="5" name="Footer Placeholder 4"/>
          <p:cNvSpPr>
            <a:spLocks noGrp="1"/>
          </p:cNvSpPr>
          <p:nvPr>
            <p:ph type="ftr" sz="quarter" idx="3"/>
          </p:nvPr>
        </p:nvSpPr>
        <p:spPr>
          <a:xfrm>
            <a:off x="3281363" y="6356351"/>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6996113" y="6356351"/>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3" r:id="rId8"/>
    <p:sldLayoutId id="2147483668" r:id="rId9"/>
    <p:sldLayoutId id="2147483672" r:id="rId10"/>
    <p:sldLayoutId id="2147483669" r:id="rId11"/>
    <p:sldLayoutId id="2147483670" r:id="rId12"/>
    <p:sldLayoutId id="214748367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06BE8-8371-85DC-9288-C7C59F07AC7C}"/>
              </a:ext>
            </a:extLst>
          </p:cNvPr>
          <p:cNvSpPr>
            <a:spLocks noGrp="1"/>
          </p:cNvSpPr>
          <p:nvPr>
            <p:ph type="title"/>
          </p:nvPr>
        </p:nvSpPr>
        <p:spPr/>
        <p:txBody>
          <a:bodyPr>
            <a:normAutofit/>
          </a:bodyPr>
          <a:lstStyle/>
          <a:p>
            <a:r>
              <a:rPr lang="fr-FR" dirty="0" err="1"/>
              <a:t>Title</a:t>
            </a:r>
            <a:endParaRPr lang="en-US" dirty="0" err="1"/>
          </a:p>
        </p:txBody>
      </p:sp>
      <p:sp>
        <p:nvSpPr>
          <p:cNvPr id="3" name="Content Placeholder 2">
            <a:extLst>
              <a:ext uri="{FF2B5EF4-FFF2-40B4-BE49-F238E27FC236}">
                <a16:creationId xmlns:a16="http://schemas.microsoft.com/office/drawing/2014/main" id="{809BBCD6-3AAB-6502-1D21-B7B9B3930AC5}"/>
              </a:ext>
            </a:extLst>
          </p:cNvPr>
          <p:cNvSpPr>
            <a:spLocks noGrp="1"/>
          </p:cNvSpPr>
          <p:nvPr>
            <p:ph idx="1"/>
          </p:nvPr>
        </p:nvSpPr>
        <p:spPr/>
        <p:txBody>
          <a:bodyPr vert="horz" lIns="91440" tIns="45720" rIns="91440" bIns="45720" rtlCol="0" anchor="t">
            <a:normAutofit/>
          </a:bodyPr>
          <a:lstStyle/>
          <a:p>
            <a:pPr>
              <a:lnSpc>
                <a:spcPct val="120000"/>
              </a:lnSpc>
              <a:spcBef>
                <a:spcPts val="300"/>
              </a:spcBef>
            </a:pPr>
            <a:r>
              <a:rPr lang="en-GB" sz="1200" dirty="0"/>
              <a:t>DESC</a:t>
            </a:r>
            <a:endParaRPr lang="en-US" dirty="0"/>
          </a:p>
        </p:txBody>
      </p:sp>
    </p:spTree>
    <p:extLst>
      <p:ext uri="{BB962C8B-B14F-4D97-AF65-F5344CB8AC3E}">
        <p14:creationId xmlns:p14="http://schemas.microsoft.com/office/powerpoint/2010/main" val="13088584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44C85D4365AAB49B46BFA8E36436B78" ma:contentTypeVersion="20" ma:contentTypeDescription="Create a new document." ma:contentTypeScope="" ma:versionID="88b1bd28d18994e03f19a8ba273d4a54">
  <xsd:schema xmlns:xsd="http://www.w3.org/2001/XMLSchema" xmlns:xs="http://www.w3.org/2001/XMLSchema" xmlns:p="http://schemas.microsoft.com/office/2006/metadata/properties" xmlns:ns2="d1cd92f4-3c66-4744-9aff-7656b992d38d" xmlns:ns3="5e72814a-0ba9-471c-b888-921f70a47715" targetNamespace="http://schemas.microsoft.com/office/2006/metadata/properties" ma:root="true" ma:fieldsID="13ec672a7f6593941bee1ab5f675dae9" ns2:_="" ns3:_="">
    <xsd:import namespace="d1cd92f4-3c66-4744-9aff-7656b992d38d"/>
    <xsd:import namespace="5e72814a-0ba9-471c-b888-921f70a4771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SpacetouploadMoM" minOccurs="0"/>
                <xsd:element ref="ns2:lcf76f155ced4ddcb4097134ff3c332f" minOccurs="0"/>
                <xsd:element ref="ns3:TaxCatchAll" minOccurs="0"/>
                <xsd:element ref="ns3:SharedWithUsers" minOccurs="0"/>
                <xsd:element ref="ns3:SharedWithDetails"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cd92f4-3c66-4744-9aff-7656b992d3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SpacetouploadMoM" ma:index="18" nillable="true" ma:displayName="Space to upload MoM" ma:format="Dropdown" ma:internalName="SpacetouploadMoM">
      <xsd:simpleType>
        <xsd:restriction base="dms:Text">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a5275afd-c2aa-4474-ba66-cc51c139b42f" ma:termSetId="09814cd3-568e-fe90-9814-8d621ff8fb84" ma:anchorId="fba54fb3-c3e1-fe81-a776-ca4b69148c4d" ma:open="true" ma:isKeyword="false">
      <xsd:complexType>
        <xsd:sequence>
          <xsd:element ref="pc:Terms" minOccurs="0" maxOccurs="1"/>
        </xsd:sequence>
      </xsd:complex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72814a-0ba9-471c-b888-921f70a47715"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842e19f4-f9ee-4772-a81c-41a599c1d4f8}" ma:internalName="TaxCatchAll" ma:showField="CatchAllData" ma:web="5e72814a-0ba9-471c-b888-921f70a47715">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1cd92f4-3c66-4744-9aff-7656b992d38d">
      <Terms xmlns="http://schemas.microsoft.com/office/infopath/2007/PartnerControls"/>
    </lcf76f155ced4ddcb4097134ff3c332f>
    <TaxCatchAll xmlns="5e72814a-0ba9-471c-b888-921f70a47715" xsi:nil="true"/>
    <SpacetouploadMoM xmlns="d1cd92f4-3c66-4744-9aff-7656b992d38d" xsi:nil="true"/>
  </documentManagement>
</p:properties>
</file>

<file path=customXml/itemProps1.xml><?xml version="1.0" encoding="utf-8"?>
<ds:datastoreItem xmlns:ds="http://schemas.openxmlformats.org/officeDocument/2006/customXml" ds:itemID="{F16A2022-51C0-4E13-B66A-E957061EB0DF}">
  <ds:schemaRefs>
    <ds:schemaRef ds:uri="http://schemas.microsoft.com/sharepoint/v3/contenttype/forms"/>
  </ds:schemaRefs>
</ds:datastoreItem>
</file>

<file path=customXml/itemProps2.xml><?xml version="1.0" encoding="utf-8"?>
<ds:datastoreItem xmlns:ds="http://schemas.openxmlformats.org/officeDocument/2006/customXml" ds:itemID="{23C85E6F-BCF2-4A7B-95A6-A06C4FE129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cd92f4-3c66-4744-9aff-7656b992d38d"/>
    <ds:schemaRef ds:uri="5e72814a-0ba9-471c-b888-921f70a4771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2CB7AD1-15B5-4E03-A776-8C4B890E98EA}">
  <ds:schemaRefs>
    <ds:schemaRef ds:uri="http://schemas.microsoft.com/office/infopath/2007/PartnerControls"/>
    <ds:schemaRef ds:uri="http://purl.org/dc/elements/1.1/"/>
    <ds:schemaRef ds:uri="http://schemas.microsoft.com/office/2006/metadata/properties"/>
    <ds:schemaRef ds:uri="5e72814a-0ba9-471c-b888-921f70a47715"/>
    <ds:schemaRef ds:uri="d1cd92f4-3c66-4744-9aff-7656b992d38d"/>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89</TotalTime>
  <Words>5975</Words>
  <Application>Microsoft Office PowerPoint</Application>
  <PresentationFormat>A4 Paper (210x297 mm)</PresentationFormat>
  <Paragraphs>332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Title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Dublin cards</dc:title>
  <dc:creator/>
  <cp:lastModifiedBy>Luc Jonveaux</cp:lastModifiedBy>
  <cp:revision>34</cp:revision>
  <dcterms:created xsi:type="dcterms:W3CDTF">2025-01-14T15:57:17Z</dcterms:created>
  <dcterms:modified xsi:type="dcterms:W3CDTF">2025-11-09T11:00:01Z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0x010100144C85D4365AAB49B46BFA8E36436B78</vt:lpwstr>
  </property>
  <property fmtid="{D5CDD505-2E9C-101B-9397-08002B2CF9AE}" pid="3" name="MediaServiceImageTags">
    <vt:lpwstr/>
  </property>
  <property fmtid="{D5CDD505-2E9C-101B-9397-08002B2CF9AE}" pid="4" name="SavedOnce">
    <vt:lpwstr>true</vt:lpwstr>
  </property>
  <property fmtid="{D5CDD505-2E9C-101B-9397-08002B2CF9AE}" pid="5" name="MSIP_Label_1c827c5f-d77d-468f-a3c3-decabf6606dc_Enabled">
    <vt:lpwstr>true</vt:lpwstr>
  </property>
  <property fmtid="{D5CDD505-2E9C-101B-9397-08002B2CF9AE}" pid="6" name="MSIP_Label_1c827c5f-d77d-468f-a3c3-decabf6606dc_SetDate">
    <vt:lpwstr>2025-02-13T12:14:47Z</vt:lpwstr>
  </property>
  <property fmtid="{D5CDD505-2E9C-101B-9397-08002B2CF9AE}" pid="7" name="MSIP_Label_1c827c5f-d77d-468f-a3c3-decabf6606dc_Method">
    <vt:lpwstr>Privileged</vt:lpwstr>
  </property>
  <property fmtid="{D5CDD505-2E9C-101B-9397-08002B2CF9AE}" pid="8" name="MSIP_Label_1c827c5f-d77d-468f-a3c3-decabf6606dc_Name">
    <vt:lpwstr>NON-BUSINESS</vt:lpwstr>
  </property>
  <property fmtid="{D5CDD505-2E9C-101B-9397-08002B2CF9AE}" pid="9" name="MSIP_Label_1c827c5f-d77d-468f-a3c3-decabf6606dc_SiteId">
    <vt:lpwstr>a2bed0c4-5957-4f73-b0c2-a811407590fb</vt:lpwstr>
  </property>
  <property fmtid="{D5CDD505-2E9C-101B-9397-08002B2CF9AE}" pid="10" name="MSIP_Label_1c827c5f-d77d-468f-a3c3-decabf6606dc_ActionId">
    <vt:lpwstr>90350dd1-f6a4-4b1d-a5be-b56775c2cb46</vt:lpwstr>
  </property>
  <property fmtid="{D5CDD505-2E9C-101B-9397-08002B2CF9AE}" pid="11" name="MSIP_Label_1c827c5f-d77d-468f-a3c3-decabf6606dc_ContentBits">
    <vt:lpwstr>0</vt:lpwstr>
  </property>
</Properties>
</file>